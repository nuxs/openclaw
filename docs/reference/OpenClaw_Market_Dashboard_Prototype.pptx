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Provider 数量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$0.005-0.007</c:v>
                  </c:pt>
                  <c:pt idx="1">
                    <c:v>$0.007-0.010</c:v>
                  </c:pt>
                  <c:pt idx="2">
                    <c:v>$0.010-0.015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23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平均价格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00:00</c:v>
                  </c:pt>
                  <c:pt idx="1">
                    <c:v>06:00</c:v>
                  </c:pt>
                  <c:pt idx="2">
                    <c:v>12:00</c:v>
                  </c:pt>
                  <c:pt idx="3">
                    <c:v>18:00</c:v>
                  </c:pt>
                  <c:pt idx="4">
                    <c:v>24:00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0.0079</c:v>
                </c:pt>
                <c:pt idx="1">
                  <c:v>0.0082</c:v>
                </c:pt>
                <c:pt idx="2">
                  <c:v>0.0089</c:v>
                </c:pt>
                <c:pt idx="3">
                  <c:v>0.0091</c:v>
                </c:pt>
                <c:pt idx="4">
                  <c:v>0.0089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周一</c:v>
                  </c:pt>
                  <c:pt idx="1">
                    <c:v>周二</c:v>
                  </c:pt>
                  <c:pt idx="2">
                    <c:v>周三</c:v>
                  </c:pt>
                  <c:pt idx="3">
                    <c:v>周四</c:v>
                  </c:pt>
                  <c:pt idx="4">
                    <c:v>周五</c:v>
                  </c:pt>
                  <c:pt idx="5">
                    <c:v>周六</c:v>
                  </c:pt>
                  <c:pt idx="6">
                    <c:v>周日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98.2</c:v>
                </c:pt>
                <c:pt idx="1">
                  <c:v>98.5</c:v>
                </c:pt>
                <c:pt idx="2">
                  <c:v>99.1</c:v>
                </c:pt>
                <c:pt idx="3">
                  <c:v>99.5</c:v>
                </c:pt>
                <c:pt idx="4">
                  <c:v>99.3</c:v>
                </c:pt>
                <c:pt idx="5">
                  <c:v>99.6</c:v>
                </c:pt>
                <c:pt idx="6">
                  <c:v>99.5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Asks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$0.009</c:v>
                  </c:pt>
                  <c:pt idx="1">
                    <c:v>$0.010</c:v>
                  </c:pt>
                  <c:pt idx="2">
                    <c:v>$0.011</c:v>
                  </c:pt>
                  <c:pt idx="3">
                    <c:v>$0.012</c:v>
                  </c:pt>
                  <c:pt idx="4">
                    <c:v>$0.013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80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Bids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$0.009</c:v>
                  </c:pt>
                  <c:pt idx="1">
                    <c:v>$0.010</c:v>
                  </c:pt>
                  <c:pt idx="2">
                    <c:v>$0.011</c:v>
                  </c:pt>
                  <c:pt idx="3">
                    <c:v>$0.012</c:v>
                  </c:pt>
                  <c:pt idx="4">
                    <c:v>$0.013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-50</c:v>
                </c:pt>
                <c:pt idx="1">
                  <c:v>-80</c:v>
                </c:pt>
                <c:pt idx="2">
                  <c:v>-20</c:v>
                </c:pt>
                <c:pt idx="3">
                  <c:v>-10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OpenClaw 自由市场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</a:rPr>
              <a:t>市场仪表盘原型设计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</a:rPr>
              <a:t>去中心化 AI 算力交易平台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</a:rPr>
              <a:t>Market Dashboard UI/UX Prototype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Provider 市场搜索页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Consumer 视角 - 查找和比较服务提供商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🔍 搜索模型: llama-3-70b    |    最高价格: $0.01    |    最低评分: 80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找到 23 个 Provider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排序: 综合推荐 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prov_fast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💎 卓越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7889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价格: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$0.009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7889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延迟: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0.8s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7889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成功率: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99.5%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评分: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2697480"/>
            <a:ext cx="6400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697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选择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prov_cheap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657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⭐ 良好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520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价格: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$0.006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3520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延迟: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2.1s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520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成功率: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97.2%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评分: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88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3429000"/>
            <a:ext cx="6400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3429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选择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206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🥉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prov_stable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389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💎 卓越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4251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价格: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$0.010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4251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延迟: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1.2s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2519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成功率: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98.9%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4251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评分: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92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4160520"/>
            <a:ext cx="6400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795528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选择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Provider 详情页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prov_fast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💎 卓越 Provider (评分: 95)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📍 地区: 美国西部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🔒 质押: 10 ETH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📅 运营: 6 个月 (200+ 任务)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性能指标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响应时间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600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0.8s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600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↓ 15%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成功率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99.5%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↑ 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在线率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99.8%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2240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→ 稳定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当前定价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基础价格: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$0.008 / 1K tokens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383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高峰加价: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+50%</a:t>
            </a:r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  |  </a:t>
            </a:r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闲时折扣: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-20%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用户评价 (48 条)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4206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⭐⭐⭐⭐⭐ 4.8 / 5.0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市场行情仪表盘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Llama-3-70B 实时市场数据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当前平均价格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$0.0089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17373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↑ 12%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价格范围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$0.005 - $0.015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17373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24h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2860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可用 Provider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47 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+3 今日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2860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平均响应时间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1.2s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2560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↓ 0.2s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价格分布</a:t>
            </a:r>
            <a:endParaRPr lang="en-US" sz="16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3566160"/>
          <a:ext cx="39319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7548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24h 价格趋势</a:t>
            </a:r>
            <a:endParaRPr lang="en-US" sz="16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754880" y="3566160"/>
          <a:ext cx="39319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Provider 管理后台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Provider 视角 - 收入和性能监控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今日收入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$234.50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28900" y="13716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17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68980" y="1508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本月收入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6898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$6,890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40680" y="1508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总收入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$48,320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72300" y="13716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51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💎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612380" y="1508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信誉评分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1238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95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最近订单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order_abc123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Consumer: 0xABC...789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108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$12.50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108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完成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order_def456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Consumer: 0xDEF...012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611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$8.20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6118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⏳ 进行中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order_ghi789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Consumer: 0xGHI...345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4114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$15.80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完成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性能趋势 (7天)</a:t>
            </a:r>
            <a:endParaRPr lang="en-US" sz="16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754880" y="2834640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定价策略配置页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Provider 可自主设定动态定价规则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基础价格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600200"/>
            <a:ext cx="13716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$0.008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 1K tokens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动态调整规则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高峰时段 (负载 &gt; 80%)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+50%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闲时 (负载 &lt; 30%)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-20%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VIP 客户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703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-10%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06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大额订单 (&gt; $100)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-15%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0" y="4663440"/>
            <a:ext cx="1554480" cy="4572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4663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💾 保存配置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信誉评分详情页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多维度信誉评分系统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1645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综合评分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95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</a:rPr>
              <a:t>💎 卓越 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371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评分细分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可靠性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783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828800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1828800"/>
            <a:ext cx="224028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98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质量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2148840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94960" y="2148840"/>
            <a:ext cx="21031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92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423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性能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468880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2468880"/>
            <a:ext cx="219456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96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信任度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743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788920"/>
            <a:ext cx="2286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2788920"/>
            <a:ext cx="214884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2743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94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关键指标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总任务数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200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+12 本周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成功率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99.5%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↑ 2% 本月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平均响应时间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0.8s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↓ 0.2s 本月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争议败诉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0 争议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用户评分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4.8/5.0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48 条评价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账户年龄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6 个月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活跃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订单簿 (Order Book)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实时供需撮合 - 市场价格发现机制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🟢 Asks (Provider 报价)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Provider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 价格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    容量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prov_fast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148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$0.009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1488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100h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prov_stable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$0.010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4688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88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prov_premium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788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$0.012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7889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🔴 Bids (Consumer 需求)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39319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783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Consumer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 最高价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    需求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148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0xABC...789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148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$0.011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21488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688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0xDEF...012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$0.009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24688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743200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788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0xGHI...345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788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$0.008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27889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市场深度</a:t>
            </a:r>
            <a:endParaRPr lang="en-US" sz="16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457200" y="3657600"/>
          <a:ext cx="8229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OpenClaw 自由市场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</a:rPr>
              <a:t>核心特点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动态定价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Provider 自主定价,市场自动调节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02336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信息透明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实时行情、历史数据、用户评价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76656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自由竞争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多维度评分、公平排序机制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🚪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低门槛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3 分钟上架, 1 分钟使用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023360" y="3429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去中心化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链上身份、不可篡改、无中介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66560" y="3429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激励相容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诚实获利、作弊成本高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开始使用 OpenClaw →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Market Dashboard Prototype</dc:title>
  <dc:subject>PptxGenJS Presentation</dc:subject>
  <dc:creator>OpenClaw Team</dc:creator>
  <cp:lastModifiedBy>OpenClaw Team</cp:lastModifiedBy>
  <cp:revision>1</cp:revision>
  <dcterms:created xsi:type="dcterms:W3CDTF">2026-02-20T15:38:33Z</dcterms:created>
  <dcterms:modified xsi:type="dcterms:W3CDTF">2026-02-20T15:38:33Z</dcterms:modified>
</cp:coreProperties>
</file>