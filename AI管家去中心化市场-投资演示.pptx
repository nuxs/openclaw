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AI管家去中心化市场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重新定义消费关系 · 让AI真正为用户服务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基于TON区块链的Web3电商聚合平台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2026年2月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中心化电商的三大困境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36576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😔 对消费者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平台控制所有数据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AI推荐服务平台利益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大数据杀熟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无法跨平台比价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3-8%交易成本隐形转嫁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3657600"/>
          </a:xfrm>
          <a:prstGeom prst="roundRect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😓 对商家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5-10%平台抽佣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强制广告投放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平台随时改规则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3566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数据不属于自己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被迫二选一站队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我们的解决方案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去中心化AI管家 = 数据主权 + 利益一致 + 跨平台聚合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74320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🔐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用户数据主权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所有消费数据存储在用户TON钱包，加密保护，用户可选择性变现数据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74320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194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🤖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566160" y="3017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AI忠于用户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66160" y="3566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订阅制收费，AI不接受广告，推荐算法完全透明，真正为用户省钱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011680"/>
            <a:ext cx="274320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194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🌐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492240" y="3017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全网聚合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3566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打破平台壁垒，一个AI管家对接所有电商，全网比价，统一订单管理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市场规模与机会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743200" cy="18288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$8.1T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全球电商市场规模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743200" cy="182880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645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900M+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38328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Telegram活跃用户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743200" cy="1828800"/>
          </a:xfrm>
          <a:prstGeom prst="round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45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$50-200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30936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用户年数据价值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目标市场（TAM/SAM/SOM）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TAM（总市场）：全球Web3用户 5亿+ × $120/年 = $600亿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SAM（可服务市场）：Telegram用户 9亿+ × $120/年 = $1080亿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SOM（可获得市场）：前3年目标 100万用户 × $120/年 = $1.2亿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产品技术架构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82296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用户层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0" y="141732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Mini App  |  浏览器插件  |  移动端APP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82296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23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242316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智能比价引擎  |  消费分析  |  个性化推荐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82296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29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区块链层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34290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TON智能合约  |  数据加密存储  |  支付结算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8229600" cy="82296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434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443484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多平台API  |  邮件解析  |  订单聚合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商业模式 - 三重收入来源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743200" cy="32918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💳 订阅收费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$9.9/月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AI管家服务订阅费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目标100万用户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$1.2亿年收入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743200" cy="32918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⛓️ 交易手续费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6616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0.3-0.5%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5760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链上交易协议费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3474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年GMV $10亿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$300-500万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2743200" cy="32918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数据市场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5%分成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58368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用户数据变现分成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3474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预计年收入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$200-500万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核心竞争优势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中心化电商平台（淘宝/京东）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交易成本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68880" y="1874520"/>
            <a:ext cx="2103120" cy="411480"/>
          </a:xfrm>
          <a:prstGeom prst="roundRect">
            <a:avLst/>
          </a:prstGeom>
          <a:solidFill>
            <a:srgbClr val="FFEBEE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0" y="1874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3-8%抽佣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874520"/>
            <a:ext cx="2103120" cy="411480"/>
          </a:xfrm>
          <a:prstGeom prst="round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874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&lt;1% Gas费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0" y="1874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节省90%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数据主权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68880" y="2468880"/>
            <a:ext cx="2103120" cy="411480"/>
          </a:xfrm>
          <a:prstGeom prst="roundRect">
            <a:avLst/>
          </a:prstGeom>
          <a:solidFill>
            <a:srgbClr val="FFEBEE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2468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平台控制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468880"/>
            <a:ext cx="2103120" cy="411480"/>
          </a:xfrm>
          <a:prstGeom prst="round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468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用户拥有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0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可变现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AI利益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68880" y="3063240"/>
            <a:ext cx="2103120" cy="411480"/>
          </a:xfrm>
          <a:prstGeom prst="roundRect">
            <a:avLst/>
          </a:prstGeom>
          <a:solidFill>
            <a:srgbClr val="FFEBEE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3063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服务平台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2103120" cy="411480"/>
          </a:xfrm>
          <a:prstGeom prst="roundRect">
            <a:avLst/>
          </a:prstGeom>
          <a:solidFill>
            <a:srgbClr val="E8F5E9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063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服务用户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真省钱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468880" y="3657600"/>
            <a:ext cx="2103120" cy="411480"/>
          </a:xfrm>
          <a:prstGeom prst="roundRect">
            <a:avLst/>
          </a:prstGeom>
          <a:solidFill>
            <a:srgbClr val="FFEBEE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0" y="36576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封闭生态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2103120" cy="411480"/>
          </a:xfrm>
          <a:prstGeom prst="roundRect">
            <a:avLst/>
          </a:prstGeom>
          <a:solidFill>
            <a:srgbClr val="E8F5E9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6576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全网聚合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3657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全网比价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审查风险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468880" y="4251960"/>
            <a:ext cx="2103120" cy="411480"/>
          </a:xfrm>
          <a:prstGeom prst="roundRect">
            <a:avLst/>
          </a:prstGeom>
          <a:solidFill>
            <a:srgbClr val="FFEBEE"/>
          </a:solidFill>
          <a:ln/>
        </p:spPr>
      </p:sp>
      <p:sp>
        <p:nvSpPr>
          <p:cNvPr id="30" name="Text 28"/>
          <p:cNvSpPr/>
          <p:nvPr/>
        </p:nvSpPr>
        <p:spPr>
          <a:xfrm>
            <a:off x="2560320" y="4251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随时封号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4251960"/>
            <a:ext cx="2103120" cy="411480"/>
          </a:xfrm>
          <a:prstGeom prst="roundRect">
            <a:avLst/>
          </a:prstGeom>
          <a:solidFill>
            <a:srgbClr val="E8F5E9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4251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抗审查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0" y="4251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去中心化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12个月实施路线图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11680" cy="64008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17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0-3月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MVP验证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TON钱包登录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浏览器插件开发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基础AI比价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100+种子用户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600200"/>
            <a:ext cx="91440" cy="27432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1" name="Shape 9"/>
          <p:cNvSpPr/>
          <p:nvPr/>
        </p:nvSpPr>
        <p:spPr>
          <a:xfrm>
            <a:off x="2651760" y="1371600"/>
            <a:ext cx="2011680" cy="64008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417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3-6月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5176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产品完善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Mini App上线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数据市场Beta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1000+付费用户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首批商家入驻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1600200"/>
            <a:ext cx="91440" cy="27432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9" name="Shape 17"/>
          <p:cNvSpPr/>
          <p:nvPr/>
        </p:nvSpPr>
        <p:spPr>
          <a:xfrm>
            <a:off x="4846320" y="1371600"/>
            <a:ext cx="2011680" cy="64008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417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6-9月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4632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规模化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3776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移动端APP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AI模型优化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10000+用户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月GMV $100K+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03720" y="1600200"/>
            <a:ext cx="91440" cy="27432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27" name="Shape 25"/>
          <p:cNvSpPr/>
          <p:nvPr/>
        </p:nvSpPr>
        <p:spPr>
          <a:xfrm>
            <a:off x="7040880" y="1371600"/>
            <a:ext cx="2011680" cy="64008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1417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9-12月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4088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生态建设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3232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DAO治理上线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多AI服务商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100K+用户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国际化扩张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团队与融资需求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核心团队需求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CEO/创始人 - Web3 + 电商经验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CTO - 区块链架构专家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AI工程师 × 2 - 推荐算法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全栈开发 × 3 - 前后端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产品经理 × 1 - 用户体验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运营总监 × 1 - 增长黑客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36576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种子轮融资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3776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$2M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502920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产品开发: 40% ($800K)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383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市场推广: 30% ($600K)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749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团队建设: 20% ($400K)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4114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运营成本: 10% ($200K)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预计18个月runway，达到A轮指标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3年财务预测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1031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指标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651760" y="1645920"/>
            <a:ext cx="21031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65176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第1年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645920"/>
            <a:ext cx="21031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第2年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040880" y="1645920"/>
            <a:ext cx="21031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第3年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21031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2194560"/>
            <a:ext cx="21031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2194560"/>
            <a:ext cx="21031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40880" y="2194560"/>
            <a:ext cx="21031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97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订阅收入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651760" y="269748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697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269748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697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40880" y="269748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2697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$120M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21031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交易GMV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651760" y="3200400"/>
            <a:ext cx="21031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$1M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46320" y="3200400"/>
            <a:ext cx="21031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040880" y="3200400"/>
            <a:ext cx="21031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$1B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370332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703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总收入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651760" y="370332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3703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$130K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846320" y="370332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703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$13M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040880" y="370332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0" y="3703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$125M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57200" y="4206240"/>
            <a:ext cx="21031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206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净利润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651760" y="4206240"/>
            <a:ext cx="21031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51760" y="4206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-$1.5M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846320" y="4206240"/>
            <a:ext cx="21031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4206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$2M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040880" y="4206240"/>
            <a:ext cx="21031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4206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$30M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预测基于保守估计，实际增长可能更快（参考TON生态增速）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关键风险与应对策略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82296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传统平台封禁数据采集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应对: 多管齐下（邮件解析+手动导出），早期以工具定位降低对抗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82296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用户教育成本高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应对: 垂直切入Web3用户，逐步扩散；强调省钱而非技术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监管不确定性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应对: 强调合规（用户授权+隐私保护），准备多司法管辖区方案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82296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大厂模仿（推AI助手）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800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应对: 利益冲突是结构性护城河，强调独立性与数据主权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为什么是现在？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55448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Telegram生态爆发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057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Mini App日活破1亿，Web3用户接受度提升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411480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🤖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AI技术成熟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0" y="2057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LLM成本降低90%，个性化AI管家成为可能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411480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46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🔐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55448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数据隐私觉醒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703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GDPR、CCPA推动用户重视数据主权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3108960"/>
            <a:ext cx="411480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3246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💰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94360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中心化平台贪婪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0" y="3703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抽佣持续上涨（淘宝5%→8%），用户商家寻求替代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28800" y="4754880"/>
            <a:ext cx="5486400" cy="548640"/>
          </a:xfrm>
          <a:prstGeom prst="roundRect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4754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时机已到 - 三年窗口期，先行者通吃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我们的愿景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让每个人都拥有一个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真正为自己服务的AI管家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不是成为下一个淘宝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而是重新定义消费关系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加入我们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一起构建用户拥有数据的未来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840480"/>
            <a:ext cx="2743200" cy="640080"/>
          </a:xfrm>
          <a:prstGeom prst="round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3840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立即联系我们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founder@ai-market.io  |  Telegram: @AIMarketDAO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去中心化AI管家市场 - 投资演示</dc:title>
  <dc:subject>PptxGenJS Presentation</dc:subject>
  <dc:creator>AI管家去中心化市场</dc:creator>
  <cp:lastModifiedBy>AI管家去中心化市场</cp:lastModifiedBy>
  <cp:revision>1</cp:revision>
  <dcterms:created xsi:type="dcterms:W3CDTF">2026-02-21T11:45:03Z</dcterms:created>
  <dcterms:modified xsi:type="dcterms:W3CDTF">2026-02-21T11:45:03Z</dcterms:modified>
</cp:coreProperties>
</file>